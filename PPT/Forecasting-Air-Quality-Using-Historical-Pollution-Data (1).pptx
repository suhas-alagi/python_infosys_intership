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Barlow Bold" panose="00000800000000000000" pitchFamily="2" charset="0"/>
      <p:bold r:id="rId17"/>
    </p:embeddedFont>
    <p:embeddedFont>
      <p:font typeface="Montserrat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54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18015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Forecasting Air Quality Using Historical Pollution Data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46431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 smtClean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 Time Series Forecasting System for Healthier Urban Decision-Making</a:t>
            </a:r>
            <a:endParaRPr lang="en-US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910709" y="6027538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Suhas Alagi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88087"/>
            <a:ext cx="1267277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Project </a:t>
            </a:r>
            <a:r>
              <a:rPr lang="en-US" sz="4450" b="1" dirty="0" err="1" smtClean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Statement:Air</a:t>
            </a:r>
            <a:r>
              <a:rPr lang="en-US" sz="4450" b="1" dirty="0" smtClean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 Quality Prediction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120622"/>
            <a:ext cx="765679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Air pollution is a critical and growing concern in urban environments, directly impacting human health and environmental quality.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3231" y="3057763"/>
            <a:ext cx="733186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Accurate forecasting of air quality is essential to help authorities take preventive measures, issue timely warnings, and inform the public.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309" y="3057763"/>
            <a:ext cx="30480" cy="1040130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6" name="Text 4"/>
          <p:cNvSpPr/>
          <p:nvPr/>
        </p:nvSpPr>
        <p:spPr>
          <a:xfrm>
            <a:off x="758309" y="4341614"/>
            <a:ext cx="765679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This project aims to build a robust time series forecasting system that predicts the Air Quality Index (AQI) and specific pollutant levels using historical data, empowering agencies and the public with timely insights.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357" y="2169438"/>
            <a:ext cx="4928235" cy="49282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6508"/>
            <a:ext cx="743211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Key Outcomes and Objectives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2732484"/>
            <a:ext cx="6448544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2732484"/>
            <a:ext cx="121920" cy="20203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6804" y="2979539"/>
            <a:ext cx="353079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Accurate Forecasting Model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96804" y="3465671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Predict AQI and key pollutants (PM2.5, PM10, NO2, etc.) using advanced time series models.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423428" y="2732484"/>
            <a:ext cx="6448663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48" y="2732484"/>
            <a:ext cx="121920" cy="20203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61923" y="2979539"/>
            <a:ext cx="328029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Visual Dashboard &amp; Alerts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761923" y="3465671"/>
            <a:ext cx="586311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Provide a dashboard showing historical trends, future predictions, and automated warnings when AQI crosses safety thresholds.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58309" y="4969431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9" y="4969431"/>
            <a:ext cx="121920" cy="1673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6804" y="5216485"/>
            <a:ext cx="317194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Trend Analysis &amp; Insights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96804" y="5702618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Analyze pollutant contributions and seasonal trends to inform long-term environmental strategies.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423428" y="4969431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48" y="4969431"/>
            <a:ext cx="121920" cy="16736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61923" y="52164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Admin Functionality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761923" y="5702618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Enable administrators to upload new datasets and retrain models for continuous forecasting updates.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132409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System Architecture: From Data to Dashboard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307443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The system follows a standard data science pipeline, integrating data ingestion, model training, and a user-facing application.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58309" y="4011573"/>
            <a:ext cx="7627382" cy="2893933"/>
          </a:xfrm>
          <a:prstGeom prst="roundRect">
            <a:avLst>
              <a:gd name="adj" fmla="val 1123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5929" y="4019193"/>
            <a:ext cx="3806071" cy="1612702"/>
          </a:xfrm>
          <a:prstGeom prst="roundRect">
            <a:avLst>
              <a:gd name="adj" fmla="val 20152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982504" y="42357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 Sources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2504" y="4721900"/>
            <a:ext cx="337292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CPCB, OpenAQ, Kaggle datasets.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0" y="4019193"/>
            <a:ext cx="3806071" cy="1612702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4019193"/>
            <a:ext cx="30480" cy="161270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1" name="Text 8"/>
          <p:cNvSpPr/>
          <p:nvPr/>
        </p:nvSpPr>
        <p:spPr>
          <a:xfrm>
            <a:off x="4788575" y="42357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Modeling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88575" y="4721900"/>
            <a:ext cx="337292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ARIMA, Prophet, LSTM, XGBoost.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65929" y="5631894"/>
            <a:ext cx="7612142" cy="1265992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4" name="Shape 11"/>
          <p:cNvSpPr/>
          <p:nvPr/>
        </p:nvSpPr>
        <p:spPr>
          <a:xfrm>
            <a:off x="765929" y="5631894"/>
            <a:ext cx="761214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5" name="Text 12"/>
          <p:cNvSpPr/>
          <p:nvPr/>
        </p:nvSpPr>
        <p:spPr>
          <a:xfrm>
            <a:off x="982504" y="584846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Deployment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82504" y="633460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Streamlit Web Interface.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7906" y="779383"/>
            <a:ext cx="7311271" cy="58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Core Modules: Implementation Plan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107906" y="1629847"/>
            <a:ext cx="710327" cy="1321951"/>
          </a:xfrm>
          <a:prstGeom prst="roundRect">
            <a:avLst>
              <a:gd name="adj" fmla="val 36001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839" y="2124313"/>
            <a:ext cx="266343" cy="3328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95755" y="1807369"/>
            <a:ext cx="332934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 Collection &amp; Preprocessing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995755" y="2205871"/>
            <a:ext cx="7013138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Load, clean, resample, and engineer features (season, temperature) from historical datasets.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107906" y="3129320"/>
            <a:ext cx="710327" cy="1321951"/>
          </a:xfrm>
          <a:prstGeom prst="roundRect">
            <a:avLst>
              <a:gd name="adj" fmla="val 36001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839" y="3623786"/>
            <a:ext cx="266343" cy="3328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95755" y="3306842"/>
            <a:ext cx="2336602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Forecasting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995755" y="3705344"/>
            <a:ext cx="7013138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Train and compare models (ARIMA, LSTM) using MAE/RMSE. Save the best model for inference.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107906" y="4628793"/>
            <a:ext cx="710327" cy="1321951"/>
          </a:xfrm>
          <a:prstGeom prst="roundRect">
            <a:avLst>
              <a:gd name="adj" fmla="val 36001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839" y="5123259"/>
            <a:ext cx="266343" cy="3328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5755" y="4806315"/>
            <a:ext cx="260794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Alerting &amp; Trend Analysis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995755" y="5204817"/>
            <a:ext cx="7013138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Calculate AQI categories, highlight high-risk days, and visualize long-term seasonal trends.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6107906" y="6128266"/>
            <a:ext cx="710327" cy="1321951"/>
          </a:xfrm>
          <a:prstGeom prst="roundRect">
            <a:avLst>
              <a:gd name="adj" fmla="val 36001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839" y="6622733"/>
            <a:ext cx="266343" cy="33289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755" y="6305788"/>
            <a:ext cx="300037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Web Interface &amp; Admin Panel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995755" y="6704290"/>
            <a:ext cx="7013138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Develop a Streamlit dashboard for visualization, user selection, and model retraining controls.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23580"/>
            <a:ext cx="865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 Collection and Preprocessing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277785"/>
            <a:ext cx="3696533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 Sources &amp; Cleaning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292191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Load historical air quality datasets from CPCB, OpenAQ, or Kaggle.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3691057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Handle missing timestamps and resample time series (hourly/daily).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09" y="4460200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Normalize pollutant values and manage outliers for model stability.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5370195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Feature Engineering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309" y="601432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Extract temporal features: day of week, month, season.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309" y="6436757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Incorporate external features like temperature or wind speed, if available.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139" y="2304931"/>
            <a:ext cx="6292572" cy="32124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572" y="453866"/>
            <a:ext cx="6671072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Model Development and Evaluation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7572" y="1326833"/>
            <a:ext cx="13475256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We will test multiple time series models to find the most accurate predictor for regional air quality.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72" y="1776413"/>
            <a:ext cx="4354235" cy="4354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7572" y="6295668"/>
            <a:ext cx="328564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Classical Models (ARIMA/Prophet)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7572" y="6666071"/>
            <a:ext cx="4354235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Baseline models for time series forecasting, focusing on statistical patterns and seasonality.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023" y="1776413"/>
            <a:ext cx="4354235" cy="43542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38023" y="6295668"/>
            <a:ext cx="217170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Deep Learning (LSTM)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138023" y="6666071"/>
            <a:ext cx="4354235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Advanced models for capturing complex non-linear dependencies and long-term patterns in the data.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474" y="1776413"/>
            <a:ext cx="4354235" cy="43542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98474" y="6295668"/>
            <a:ext cx="2842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Ensemble Methods (XGBoost)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98474" y="6666071"/>
            <a:ext cx="4354235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Utilizing lag features and external variables for robust, high-performance predictions.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88087"/>
            <a:ext cx="1109650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Web Application Implementation (Streamlit)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169438"/>
            <a:ext cx="4928235" cy="4928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2802" y="2142292"/>
            <a:ext cx="3898940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Interactive User Interface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22802" y="2786420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Allow users to select city/station and forecast date range.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22802" y="3208853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Display line plots of predicted pollutant levels.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22802" y="3631287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Feature an AQI gauge meter for immediate status visualization.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22802" y="4053721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Show alert banners for predicted high-risk days.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22802" y="4617006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Admin Panel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22802" y="5261134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Secure interface for uploading new CSV datasets.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22802" y="5683568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Functionality to trigger model retraining with updated data.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07971"/>
            <a:ext cx="825412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Project Workflow and Milestones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194560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The project is structured into four two-week milestones, ensuring systematic development and evaluation.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4928830"/>
            <a:ext cx="1311378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3284577" y="4278868"/>
            <a:ext cx="30480" cy="64996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3056096" y="468510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8784" y="4715054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1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65352" y="2536031"/>
            <a:ext cx="286893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Weeks 1–2: Data &amp; EDA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4884" y="3022163"/>
            <a:ext cx="46498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Download, preprocess data, and conduct Exploratory Data Analysis (EDA).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61459" y="4928830"/>
            <a:ext cx="30480" cy="64996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1" name="Shape 9"/>
          <p:cNvSpPr/>
          <p:nvPr/>
        </p:nvSpPr>
        <p:spPr>
          <a:xfrm>
            <a:off x="5732978" y="468510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5666" y="4715054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2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03871" y="5795367"/>
            <a:ext cx="33455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Weeks 3–4: Model Training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1766" y="6281499"/>
            <a:ext cx="46498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Train and evaluate ARIMA/Prophet/LSTM models. Select and save the best model.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38342" y="4278868"/>
            <a:ext cx="30480" cy="64996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9861" y="468510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2548" y="4715054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3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13327" y="2536031"/>
            <a:ext cx="408039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Weeks 5–6: Alert Logic &amp; Trends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28648" y="3022163"/>
            <a:ext cx="46498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Implement AQI calculation, alerting mechanisms, and generate visual trend reports.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315224" y="4928830"/>
            <a:ext cx="30480" cy="64996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86743" y="468510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9430" y="4715054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4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4534" y="5795367"/>
            <a:ext cx="34518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Weeks 7–8: Web Dashboard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05530" y="6281499"/>
            <a:ext cx="46498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Develop and deploy the Streamlit dashboard with full visualization and admin features.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817366" y="7725102"/>
            <a:ext cx="17026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89967"/>
            <a:ext cx="73180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Conclusion and Future Scope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1944172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Key Achievements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10" y="2585561"/>
            <a:ext cx="324922" cy="4062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2615446"/>
            <a:ext cx="284535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Developed a robust, evaluated time series forecasting model for AQI and pollutants.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10" y="4405670"/>
            <a:ext cx="324922" cy="4062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2326" y="4435554"/>
            <a:ext cx="284535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Created an interactive dashboard for public and administrative use.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10" y="5879068"/>
            <a:ext cx="324922" cy="40624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2326" y="5908953"/>
            <a:ext cx="284535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Implemented a functional alerting system for high-risk pollution days.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4843939" y="1944172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Future Enhancements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139" y="2585561"/>
            <a:ext cx="324922" cy="4062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547955" y="2615446"/>
            <a:ext cx="284535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Integrate real-time meteorological data (wind, humidity) for improved accuracy.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139" y="4405670"/>
            <a:ext cx="324922" cy="40624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547955" y="4435554"/>
            <a:ext cx="284535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Expand to hyper-local forecasting using spatial data and GIS integration.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139" y="5879068"/>
            <a:ext cx="324922" cy="40624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547955" y="5908953"/>
            <a:ext cx="284535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Develop a mobile application for on-the-go public alerts and information.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717</Words>
  <Application>Microsoft Office PowerPoint</Application>
  <PresentationFormat>Custom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Times New Roman</vt:lpstr>
      <vt:lpstr>Barlow Bold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Suhas Alagi</dc:creator>
  <cp:lastModifiedBy>Microsoft account</cp:lastModifiedBy>
  <cp:revision>7</cp:revision>
  <dcterms:created xsi:type="dcterms:W3CDTF">2025-10-10T13:55:11Z</dcterms:created>
  <dcterms:modified xsi:type="dcterms:W3CDTF">2025-10-10T14:16:26Z</dcterms:modified>
</cp:coreProperties>
</file>